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ConvBlock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0" y="640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Input (x)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371600"/>
            <a:ext cx="2286000" cy="731520"/>
          </a:xfrm>
          <a:prstGeom prst="rect">
            <a:avLst/>
          </a:prstGeom>
          <a:solidFill>
            <a:srgbClr val="BDD7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Conv2d</a:t>
            </a:r>
          </a:p>
          <a:p>
            <a:r>
              <a:t>(3x3, stride=s, pad=1)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2560320"/>
            <a:ext cx="2286000" cy="731520"/>
          </a:xfrm>
          <a:prstGeom prst="rect">
            <a:avLst/>
          </a:prstGeom>
          <a:solidFill>
            <a:srgbClr val="C5E0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BatchNorm2d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3749040"/>
            <a:ext cx="2286000" cy="731520"/>
          </a:xfrm>
          <a:prstGeom prst="rect">
            <a:avLst/>
          </a:prstGeom>
          <a:solidFill>
            <a:srgbClr val="FFE6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ReLU</a:t>
            </a:r>
          </a:p>
          <a:p>
            <a:r>
              <a:t>(inplace)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4937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Output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.0" y="2103120"/>
            <a:ext cx="0.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.0" y="3291840"/>
            <a:ext cx="0.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109728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448056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ResBlock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640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Input (x)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1371600"/>
            <a:ext cx="2286000" cy="731520"/>
          </a:xfrm>
          <a:prstGeom prst="rect">
            <a:avLst/>
          </a:prstGeom>
          <a:solidFill>
            <a:srgbClr val="BDD7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self.conv1</a:t>
            </a:r>
          </a:p>
          <a:p>
            <a:r>
              <a:t>(ConvBlock: Conv+BN+ReLU)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2560320"/>
            <a:ext cx="2286000" cy="731520"/>
          </a:xfrm>
          <a:prstGeom prst="rect">
            <a:avLst/>
          </a:prstGeom>
          <a:solidFill>
            <a:srgbClr val="BDD7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self.conv2</a:t>
            </a:r>
          </a:p>
          <a:p>
            <a:r>
              <a:t>(Conv2d 3x3)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3749040"/>
            <a:ext cx="2286000" cy="731520"/>
          </a:xfrm>
          <a:prstGeom prst="rect">
            <a:avLst/>
          </a:prstGeom>
          <a:solidFill>
            <a:srgbClr val="C5E0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self.bn</a:t>
            </a:r>
          </a:p>
          <a:p>
            <a:r>
              <a:t>(BatchNorm2d)</a:t>
            </a:r>
          </a:p>
        </p:txBody>
      </p:sp>
      <p:sp>
        <p:nvSpPr>
          <p:cNvPr id="7" name="Oval 6"/>
          <p:cNvSpPr/>
          <p:nvPr/>
        </p:nvSpPr>
        <p:spPr>
          <a:xfrm>
            <a:off x="3429000" y="4937760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+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5669280"/>
            <a:ext cx="2286000" cy="731520"/>
          </a:xfrm>
          <a:prstGeom prst="rect">
            <a:avLst/>
          </a:prstGeom>
          <a:solidFill>
            <a:srgbClr val="FFE6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self.relu</a:t>
            </a:r>
          </a:p>
          <a:p>
            <a:r>
              <a:t>(Final Activation)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6400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Output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.0" y="2103120"/>
            <a:ext cx="0.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0.0" y="3291840"/>
            <a:ext cx="0.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0" y="448056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0" y="539496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0" y="640080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0" y="2286000"/>
            <a:ext cx="2286000" cy="73152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self.downsample</a:t>
            </a:r>
          </a:p>
          <a:p>
            <a:r>
              <a:t>(1x1 Conv + BN)</a:t>
            </a:r>
          </a:p>
          <a:p>
            <a:r>
              <a:t>*If Stride &gt; 1*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1097280"/>
            <a:ext cx="3886200.0" cy="118872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886200" y="3017520"/>
            <a:ext cx="3657600.0" cy="214884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